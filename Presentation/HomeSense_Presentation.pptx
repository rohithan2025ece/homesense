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3C0D-BA3B-E3F7-AAE9-54AC4DE98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02B7B-5404-FCAE-9776-69B4E9E24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E2900-404B-3814-1FBA-245BB54C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47E7-D870-2DF3-0A6C-6F89FF08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50EBA-2848-319E-62A5-A4AF13E0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94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8C6E-67DA-911D-8269-F9436067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B449-01BD-4E49-A9D0-CBE62D72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7E3C2-ACCF-2DF7-2B69-C8AC1646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6FD2-2D04-690B-C1EF-597D8C3B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A8A9C-9BD4-2838-147D-93D89096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7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C4D2-9C46-6170-6682-B9D6C82F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5C7C-A24A-459D-AB54-BC3E8E50B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2F01F-7B5C-B622-8B62-5EA9614F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76031-D011-F9EF-B7D4-AF17E4B3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D9445-B009-DF96-A164-4500081A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77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41CA-D013-B3AB-6A3D-A617F77A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7350-F478-3DAF-B36D-E9C1CFC5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85046-E251-33BB-D812-096FECAEE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077D7-71FE-776B-E47F-B1A12339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5F7A8-8220-E525-68D2-B7C8FEBF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971CE-7588-8986-EF47-C80D0273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72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4842-D20D-13CB-F3E2-2B2153B1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E7BD4-AC38-E6BF-4884-3B183D1FE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BB006-C127-75BF-971F-66F5CBA9C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E8145-5F95-1B8B-F260-4076D0B6D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E0BD0A-C368-1593-6A8B-E1700AEEF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91ACD-F476-261C-9590-E7641767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800B5-A911-2C17-F8EF-4F91D27A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948FC-1CD6-C694-B444-BACAE1E3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9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765F-F96B-1951-8067-CC4C0579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FAB30-7372-D83B-4616-A2F67C8B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03F60-D28C-D495-7651-D3B48826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4BD2E-9D66-ACCE-C8F9-097008C0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62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8C775-1E07-88C6-D3BB-E39C4793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171AC-144B-E807-AE5D-E5F7266A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FD364-4FB0-461A-86E8-76970624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7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2CAC-C2FE-53A9-A577-207D84FAA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DACE-9954-76D2-537D-BF1A0877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B2BA9-14D0-966D-CA71-13D7953DB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32E9-E407-73FA-4EA5-709FC48C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AA482-BCA7-50B2-7EAA-4BB2382E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F439B-0BCB-345B-4A8D-79A41E1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70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28CC-6646-DA7A-71DE-A8D52043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3B7E5-A691-11AE-2080-514E67F0D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BA587-DE52-D74A-AD2E-B4B39BFEB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B2583-2513-2C92-77AC-8357B006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0FA76-2391-4BF9-A5DB-A3CAEAC4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F378D-91EF-910D-6C1B-4794063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96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1E42-7D80-7802-E4CB-2F918B37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67D5D-D598-39C1-B26F-826168FD2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F317-7C7C-DD1B-C017-3528337D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5651-5FF4-9E0A-C248-0F77DF0B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B224-B3B5-5A43-7613-CF063D79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6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8FE21-984D-6415-C43D-81127BA4A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3598D-1D33-94F5-F176-11E35348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271F-10BC-5E00-A7EC-BDCFB5A9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1157-5992-642B-E8C6-423BED6D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D0A6-1B30-211A-5CAF-0DD5D961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33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77AE7-C74B-1DDF-76A7-8874BE03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6AAE-A037-A9F9-250D-6FDFC4341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F55B9-5A6E-2EB6-B9A7-1A4B3F29F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2C8F-7DB5-4D73-B094-BA6A36CAB66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8C1BB-C155-4D11-0C05-BDE4E33B9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9E52-7679-880D-7EF1-1015B5E16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BB21-6AE0-48A2-BF0B-BEA26F19B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11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1778EE-FF1D-217A-8ABD-FF07D5BA7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8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E6FF3-6594-3AF6-DF5D-C62FFFAAC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2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0E023-F4E1-6DD8-D9FF-56F1AC0B4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86140-5F88-AF0C-0B7B-5D615124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3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4571FB-32BD-0B10-2839-E9E51C7C9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8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705AB1-789D-AF3B-6E03-3FD8EE05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96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A0AB1-9E6C-FADA-8C4B-C416AD973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3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D6105-5387-05AE-2262-98781FA47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20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23F2E-187E-E0C1-561B-3BFBF79ED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DCDD2-1FB2-F6F0-7AB0-BDCF58B3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A0353-6936-7563-BEE4-D3969AECD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8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Rohitha N</dc:creator>
  <cp:lastModifiedBy>Rohitha N</cp:lastModifiedBy>
  <cp:revision>1</cp:revision>
  <dcterms:created xsi:type="dcterms:W3CDTF">2026-08-01T18:22:35Z</dcterms:created>
  <dcterms:modified xsi:type="dcterms:W3CDTF">2026-08-01T18:22:35Z</dcterms:modified>
</cp:coreProperties>
</file>